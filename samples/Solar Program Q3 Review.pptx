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generation, Q3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Rooftop (MWh)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</c:v>
                </c:pt>
                <c:pt idx="1">
                  <c:v>548</c:v>
                </c:pt>
                <c:pt idx="2">
                  <c:v>590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Carport (MWh)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201</c:v>
                </c:pt>
                <c:pt idx="1">
                  <c:v>176</c:v>
                </c:pt>
                <c:pt idx="2">
                  <c:v>214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inverter delay is the only risk that threatens the Q4 target. Portugal's backlog is regulatory, not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brightfield/risk-register" TargetMode="External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Rooftop Solar Program: Q3 2026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Brightfield Energy (fictional) · Program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Installations by region</a:t>
            </a:r>
          </a:p>
          <a:p>
            <a:pPr>
              <a:buAutoNum type="arabicPeriod"/>
            </a:pPr>
            <a:r>
              <a:t>Generation results</a:t>
            </a:r>
          </a:p>
          <a:p>
            <a:pPr lvl="1">
              <a:buAutoNum type="arabicPeriod"/>
            </a:pPr>
            <a:r>
              <a:t>Rooftop vs carport output</a:t>
            </a:r>
          </a:p>
          <a:p>
            <a:pPr lvl="1">
              <a:buAutoNum type="arabicPeriod"/>
            </a:pPr>
            <a:r>
              <a:t>Weather impact in August</a:t>
            </a:r>
          </a:p>
          <a:p>
            <a:pPr>
              <a:buAutoNum type="arabicPeriod"/>
            </a:pPr>
            <a:r>
              <a:t>Risks and mitigations</a:t>
            </a:r>
          </a:p>
          <a:p>
            <a:pPr>
              <a:buAutoNum type="arabicPeriod"/>
            </a:pPr>
            <a:r>
              <a:t>Q4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Installations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 (MW)</a:t>
                      </a:r>
                    </a:p>
                  </a:txBody>
                  <a:tcPr/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8.4</a:t>
                      </a:r>
                    </a:p>
                  </a:txBody>
                  <a:tcPr/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t>Portugal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</a:t>
                      </a:r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generation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Inverter supply delays</a:t>
            </a:r>
          </a:p>
          <a:p>
            <a:pPr lvl="1"/>
            <a:r>
              <a:t>Mitigation: dual-source from two vendors</a:t>
            </a:r>
          </a:p>
          <a:p>
            <a:pPr lvl="1"/>
            <a:r>
              <a:t>Owner: procurement, due 15 Nov</a:t>
            </a:r>
          </a:p>
          <a:p>
            <a:pPr/>
            <a:r>
              <a:t>Grid connection backlog in Portugal</a:t>
            </a:r>
          </a:p>
          <a:p>
            <a:pPr lvl="1"/>
            <a:r>
              <a:t>Mitigation: pre-file connection requests 90 days earlier</a:t>
            </a:r>
          </a:p>
          <a:p>
            <a:pPr/>
            <a:r>
              <a:t>Panel soiling in dry months</a:t>
            </a:r>
          </a:p>
          <a:p>
            <a:pPr lvl="1"/>
            <a:r>
              <a:t>Mitigation: quarterly cleaning at India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hlinkClick r:id="rId2"/>
              </a:rPr>
              <a:t>Full risk register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operate</a:t>
            </a:r>
          </a:p>
        </p:txBody>
      </p:sp>
      <p:pic>
        <p:nvPicPr>
          <p:cNvPr id="3" name="Picture 2" descr="Map of active sites: clusters in Spain and Portugal, one cluster in southern In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Commission 12 more sites in Spain</a:t>
            </a:r>
          </a:p>
          <a:p>
            <a:pPr/>
            <a:r>
              <a:t>Close the Portugal connection backlog</a:t>
            </a:r>
          </a:p>
          <a:p>
            <a:pPr/>
            <a:r>
              <a:t>Pilot battery storage at two carport sites</a:t>
            </a:r>
          </a:p>
          <a:p>
            <a:pPr lvl="1"/>
            <a:r>
              <a:t>Target: 15% evening self-consumption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